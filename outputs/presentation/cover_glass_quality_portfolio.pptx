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81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I'm walking through a simulated cover-glass yield excursion. All data is synthetic — this is not Apple or supplier confidential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Start with the business problem — yield dropped after CNC contouring. My job as MQE is to localize the issue and recommend containment and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I'm not trying to solve every defect mode in v1. Edge chipping is the dominant signature, so that's where I 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 designed the dataset to mirror real traceability fields. There's a planted interaction — high tool life plus unstable coolant — so I can show whether analysis finds it without cheating.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Python runs the reproducible pipeline. JMP is for live filtering and visual confirmation in a cross-functional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AI to speed up coding and documentation. But I manually checked stats assumptions, ML leakage rules, and every MQE conclusion. Don't oversell AI — it's an accelerator, not the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step in any excursion: confirm the defect signature. Three-point-eight-five percent NG, and edge chipping is ~81% of that. That's my Phase 1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classic traceability work — stratify before you jump to a root cause. A few machines and fixtures light up; that's where I drill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When tool life is critical and coolant is unstable, chipping jumps to 61.5%. I didn't bake this into the headline — stratification rediscovered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chipping I prefer the p-chart over I-MR on size because most units are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Capability tells me spec margin, not just pass/fail. Baseline Cpk is ~1.4; the bad window drops to ~1.18 with a mean shift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Location pattern is another sanity check. If chipping were random contamination you'd expect a different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ML supports the same story as stratification.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 real review I'd open the JMP project and filter live. Python generated the numbers; JMP lets the team explore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loop — containment first so bad material doesn't ship, then corrective on the machines and fixtures that stratified hot, then preventive so it doesn't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demonstrates MQE methodology on simulated data — next step would be real line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 confirmed the defect, traced it to tool life and coolant, proved it with SPC and capability, and wrote containment plus preventive controls. All reproducible in Python, reviewable in JMP.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BC"/>
                </a:solidFill>
              </a:defRPr>
            </a:pPr>
            <a:r>
              <a:t>Cover Glass Manufacturing Quality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Simulated MQE / Brittles portfolio project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Synthetic data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</a:defRPr>
            </a:pPr>
            <a:r>
              <a:t>Hexing Yin</a:t>
            </a:r>
          </a:p>
          <a:p>
            <a:pPr>
              <a:spcAft>
                <a:spcPts val="400"/>
              </a:spcAft>
              <a:defRPr sz="1600" b="0">
                <a:solidFill>
                  <a:srgbClr val="666666"/>
                </a:solidFill>
              </a:defRPr>
            </a:pPr>
            <a:r>
              <a:t>Ph.D. in Materials Science and Engineering, UCLA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Why it matters: high-volume cover glass, brittle edge defects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What I saw: CNC edge chipping and chamfer width drift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MQE goal: find high-risk process windows and preventive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Manufacturing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AOI yield drop after CNC contouring / chamfering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Edge-initiated defects can feed downstream reliability risk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Phase 1 focus: CNC-related </a:t>
            </a:r>
            <a:r>
              <a:rPr dirty="0" err="1"/>
              <a:t>Edge_Chipping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Synthetic 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What I built: 50,000 synthetic unit-level records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Traceability: machine, fixture, shift, tool life, coolant stability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CTQs, defect mode, defect location, final disposition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Embedded special cause: tool wear × coolant instability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Generate → validate → Pareto → stratification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SPC → capability → defect-location heatmap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ML risk screening (supporting, not controlling)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JMP interactive review → MQE containment / corrective / preventive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Implementation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built: reproducible Python pipeline (`main.py` + `src/`)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50,000-row synthetic dataset in `data/raw/`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JMP import table + project for interactive review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GitHub portfolio with reports, figures, and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30782"/>
            <a:ext cx="4389120" cy="86868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This is a working project — not just a slide outline.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65E14A-580F-9F74-516F-E47FB72316B1}"/>
              </a:ext>
            </a:extLst>
          </p:cNvPr>
          <p:cNvGrpSpPr/>
          <p:nvPr/>
        </p:nvGrpSpPr>
        <p:grpSpPr>
          <a:xfrm>
            <a:off x="4788914" y="668832"/>
            <a:ext cx="7268697" cy="4218259"/>
            <a:chOff x="8458200" y="2327066"/>
            <a:chExt cx="3246120" cy="1883828"/>
          </a:xfrm>
        </p:grpSpPr>
        <p:sp>
          <p:nvSpPr>
            <p:cNvPr id="8" name="Rectangle 7"/>
            <p:cNvSpPr/>
            <p:nvPr/>
          </p:nvSpPr>
          <p:spPr>
            <a:xfrm>
              <a:off x="8458200" y="2327066"/>
              <a:ext cx="3246120" cy="1883828"/>
            </a:xfrm>
            <a:prstGeom prst="rect">
              <a:avLst/>
            </a:prstGeom>
            <a:noFill/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" name="Picture 8" descr="generated_50k_raw_dat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8200" y="2327066"/>
              <a:ext cx="3246120" cy="1883828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6835140" y="49149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50k synthetic raw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AI-Assisted Engineering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I used AI tools to move faster, but I still owned the MQE logic, validation, and conclusions.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54703"/>
            <a:ext cx="3520440" cy="2291393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ursor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4703"/>
            <a:ext cx="3520440" cy="2291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709160"/>
            <a:ext cx="3520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r>
              <a:t>Cursor: Python code, debugging, PPT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133664"/>
            <a:ext cx="3520440" cy="2133471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aude_code_c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33664"/>
            <a:ext cx="3520440" cy="21334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43400" y="4709160"/>
            <a:ext cx="3520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r>
              <a:t>Claude Code: Multi-file edits and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178887"/>
            <a:ext cx="3520440" cy="2043025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enerated_50k_raw_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178887"/>
            <a:ext cx="3520440" cy="2043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3880" y="4709160"/>
            <a:ext cx="3520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r>
              <a:t>Python / JMP: Reproducible analytics +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ChatGPT: planning, MQE storyline, stats review, interview prep  |  Cursor: implementation  |  Claude Code: larger refactors  |  Python + JMP: analytics source of truth + interactive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solidFill>
            <a:srgbClr val="E8F4F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AI tools accelerated implementation, but engineering assumptions, validation, leakage control, and MQE interpretation were manually reviewed.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Defect Pareto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overall NG defect mix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the data showed: 3.85% NG rate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Edge_Chipping = 80.95% of NG parts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Why it matters: confirms where to spend root-cause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Edge chipping dominates — start there before chasing minor modes.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348740"/>
            <a:ext cx="6400800" cy="384048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fect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48740"/>
            <a:ext cx="64008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NG defect Pareto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Traceability &amp; Stratification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What I tested: machine, fixture, shift, tool life, coolant stability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What the data showed: concentration on CNC-04 / CNC-06, FIX-B2 / FIX-C1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Why it matters: narrows from fleet yield to suspect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Key Finding: Tool Life × Coolant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tool-life band × coolant stability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Critical_90_100 + Unstable: 61.52% Edge_Chipping rate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Found through stratification — not assumed upfront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Why it matters: points to tooling + coolant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Edge chipping is not random — it clusters in high tool-life and unstable coolant windows.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5721" y="1143000"/>
            <a:ext cx="5907838" cy="425196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mp_tool_life_coolant_strat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721" y="1143000"/>
            <a:ext cx="5907838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Tool life × coolant (JMP review)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SPC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chamfer width (X-bar/R) and chipping rate (p-chart)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Chamfer is a continuous CTQ; chipping is an attribute rate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I-MR on chipping size kept exploratory (zero-inflated)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Why it matters: separates special cause from normal variation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Use p-chart for chipping rate; control limits are process-derived, not spec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935480"/>
            <a:ext cx="6400800" cy="266700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pc_chipping_p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935480"/>
            <a:ext cx="6400800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Edge chipping p-chart on CNC-04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Process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chamfer width vs spec (LSL 0.25 / USL 0.35 mm)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Cp/Cpk: within-subgroup sigma (Rbar/d2)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Pp/Ppk: overall sigma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Low-risk Cpk ≈ 1.404 | High wear + unstable Cpk ≈ 1.181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High-risk window shifts mean toward USL — capability drops even if spread looks 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348740"/>
            <a:ext cx="6400800" cy="384048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mfer_capabil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48740"/>
            <a:ext cx="64008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Chamfer capability by process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Defect Location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where Edge_Chipping shows up on the part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the data showed: edge location dominates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Corners and feature cutouts are secondary clusters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Why it matters: supports CNC edge / contour root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Defects cluster on edges and corners — consistent with CNC contouring, not random handling.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348740"/>
            <a:ext cx="6400800" cy="384048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ipping_loc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48740"/>
            <a:ext cx="64008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Machine × defect location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ML Risk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What I tested: can process inputs rank chipping risk before inspection?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No CTQ leakage — process + traceability inputs only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ROC-AUC ~0.95 | PR-AUC ~0.40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Top features: Tool_Life_Pct, Coolant_Pressure_Stability, Coolant_Pressure_bar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45720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ML is a screening aid — rank high-risk windows, not automatic process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348740"/>
            <a:ext cx="6400800" cy="384048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48740"/>
            <a:ext cx="64008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49240" y="5440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Random Forest feature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JMP Interactive Review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Full 50,000-row dataset imported into JMP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Python = reproducible batch analytics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JMP = interactive filtering, CTQ review, OOC subgroup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57400"/>
            <a:ext cx="11155680" cy="68580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JMP supports live engineering review — Python stays the source of truth for calculations.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4537" y="2880360"/>
            <a:ext cx="1183165" cy="324612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mp_chamf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537" y="2880360"/>
            <a:ext cx="1183165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Chamfer CTQ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5918" y="2880360"/>
            <a:ext cx="4578963" cy="324612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jmp_edge_chipping_ooc_high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18" y="2880360"/>
            <a:ext cx="4578963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6172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OOC subgroup 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MQE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Containment: hold / sort high-risk lots on CNC-04, CNC-06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Corrective: inspect tooling, coolant system, FIX-B2 / FIX-C1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Preventive: tool-life stop (~75%), coolant interlock, SPC alerts, capability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349240"/>
            <a:ext cx="10789920" cy="868680"/>
          </a:xfrm>
          <a:prstGeom prst="rect">
            <a:avLst/>
          </a:prstGeom>
          <a:solidFill>
            <a:srgbClr val="E8F4FC"/>
          </a:solidFill>
          <a:ln w="12700"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100" b="1">
                <a:solidFill>
                  <a:srgbClr val="0071BC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</a:defRPr>
            </a:pPr>
            <a:r>
              <a:rPr dirty="0"/>
              <a:t>MQE action: contain now, fix tooling/coolant/fixtures, then lock in preventive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Synthetic data only — no real AOI images or supplier data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No real DOE or line validation in Phase 1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Future: Streamlit dashboard, DOE simulation, reliability linkage,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BC"/>
                </a:solidFill>
              </a:defRPr>
            </a:pPr>
            <a:r>
              <a:t>Interview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Structured MQE path: signature → traceability → SPC → capability → action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Connects materials / reliability background to manufacturing quality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Python for reproducible analytics; JMP for interactive review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AI-assisted workflow — with manual engineering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1B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Hexing Yin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1BC"/>
                </a:solidFill>
              </a:defRPr>
            </a:pPr>
            <a:r>
              <a:t>GitHub: https://github.com/hexing-yin/mqe-glass-quality-demo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Synthetic data only |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1507</Words>
  <Application>Microsoft Office PowerPoint</Application>
  <PresentationFormat>宽屏</PresentationFormat>
  <Paragraphs>150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Hexing Yin</cp:lastModifiedBy>
  <cp:revision>3</cp:revision>
  <dcterms:created xsi:type="dcterms:W3CDTF">2013-01-27T09:14:16Z</dcterms:created>
  <dcterms:modified xsi:type="dcterms:W3CDTF">2026-05-26T01:30:41Z</dcterms:modified>
  <cp:category/>
</cp:coreProperties>
</file>