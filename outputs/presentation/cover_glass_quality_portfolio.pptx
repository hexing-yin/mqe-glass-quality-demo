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I'm walking through a simulated cover-glass yield excursion. All data is synthetic — this is not Apple or supplier confidential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business problem — yield dropped after CNC contouring. My job as MQE is to localize the issue and recommend containment and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I'm not trying to solve every defect mode in v1. Edge chipping is the dominant signature, so that's where I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designed the dataset to mirror real traceability fields. There's a planted interaction — high tool life plus unstable coolant — so I can show whether analysis finds it without cheating.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runs the reproducible pipeline. JMP is for live filtering and visual confirmation in a cross-functional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ask 'did you actually build this?' — yes. Here's the repo structure, the raw CSV, and the scripts that regenerate every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AI to speed up coding and documentation. But I manually checked stats assumptions, ML leakage rules, and every MQE conclusion. Don't oversell AI — it's an accelerator, not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step in any excursion: confirm the defect signature. Three-point-eight-five percent NG, and edge chipping is ~81% of that. That's my Phase 1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classic traceability work — stratify before you jump to a root cause. A few machines and fixtures light up; that's where I drill deeper.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When tool life is critical and coolant is unstable, chipping jumps to 61.5%. I didn't bake this into the headline — stratification rediscovered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SPC answers: is this a special cause or just noisy? For chipping I prefer the p-chart over I-MR on size because most units are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tells me spec margin, not just pass/fail. Baseline Cpk is ~1.4; the bad window drops to ~1.18 with a mean shift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Location pattern is another sanity check. If chipping were random contamination you'd expect a different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supports the same story as stratification. I deliberately excluded chamfer and chipping size from inputs. Use predicted probability for ranking — 0.5 threshold is wrong for a 4% defect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real review I'd open the JMP project and filter live. Python generated the numbers; JMP lets the team explore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— containment first so bad material doesn't ship, then corrective on the machines and fixtures that stratified hot, then preventive so it doesn't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limits. This demonstrates MQE methodology on simulated data — next step would be real line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 had 30 seconds: I confirmed the defect, traced it to tool life and coolant, proved it with SPC and capability, and wrote containment plus preventive controls. All reproducible in Python, reviewable in JMP.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questions. Point them to the GitHub repo if they want to dig into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1BC"/>
                </a:solidFill>
              </a:defRPr>
            </a:pPr>
            <a:r>
              <a:t>Cover Glass Manufacturing Quality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t>Simulated MQE / Brittles portfolio project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t>Synthetic data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348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333333"/>
                </a:solidFill>
              </a:defRPr>
            </a:pPr>
            <a:r>
              <a:t>Hexing Yin</a:t>
            </a:r>
          </a:p>
          <a:p>
            <a:pPr>
              <a:spcAft>
                <a:spcPts val="400"/>
              </a:spcAft>
              <a:defRPr sz="1600" b="0">
                <a:solidFill>
                  <a:srgbClr val="666666"/>
                </a:solidFill>
              </a:defRPr>
            </a:pPr>
            <a:r>
              <a:t>Ph.D. in Materials Science and Engineering, UCLA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Why it matters: high-volume cover glass, brittle edge defects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saw: CNC edge chipping and chamfer width drift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MQE goal: find high-risk process windows and preventive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Manufacturing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AOI yield drop after CNC contouring / chamfering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Edge-initiated defects can feed downstream reliability risk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Phase 1 focus: CNC-related Edge_Chipping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Synthetic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built: 50,000 synthetic unit-level records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Traceability: machine, fixture, shift, tool life, coolant stability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CTQs, defect mode, defect location, final disposition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Embedded special cause: tool wear × coolant instability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Generate → validate → Pareto → stratification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SPC → capability → defect-location heatmap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ML risk screening (supporting, not controlling)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JMP interactive review → MQE containment / corrective / preventive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Implementation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built: reproducible Python pipeline (`main.py` + `src/`)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50,000-row synthetic dataset in `data/raw/`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JMP import table + project for interactive review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GitHub portfolio with reports, figures, and this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526280"/>
            <a:ext cx="4389120" cy="86868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This is a working project — not just a slide outline.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4920" y="2212558"/>
            <a:ext cx="3246120" cy="2112843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rsor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212558"/>
            <a:ext cx="3246120" cy="21128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544068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Cursor agent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2327066"/>
            <a:ext cx="3246120" cy="1883828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nerated_50k_raw_da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327066"/>
            <a:ext cx="3246120" cy="1883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544068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50k synthetic raw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AI-Assisted Engineering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I used AI tools to move faster, but I still owned the MQE logic, validation, and conclusions.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4703"/>
            <a:ext cx="3520440" cy="2291393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rsor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4703"/>
            <a:ext cx="3520440" cy="2291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Cursor: Python code, debugging, PPT script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133664"/>
            <a:ext cx="3520440" cy="2133471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aude_code_c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33664"/>
            <a:ext cx="3520440" cy="2133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Claude Code: Multi-file edits and 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178887"/>
            <a:ext cx="3520440" cy="2043025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enerated_50k_raw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178887"/>
            <a:ext cx="3520440" cy="2043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4709160"/>
            <a:ext cx="3520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Python / JMP: Reproducible analytics +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ChatGPT: planning, MQE storyline, stats review, interview prep  |  Cursor: implementation  |  Claude Code: larger refactors  |  Python + JMP: analytics source of truth + interactive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897880"/>
            <a:ext cx="11155680" cy="411480"/>
          </a:xfrm>
          <a:prstGeom prst="rect">
            <a:avLst/>
          </a:prstGeom>
          <a:solidFill>
            <a:srgbClr val="E8F4FC"/>
          </a:solidFill>
          <a:ln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AI tools accelerated implementation, but engineering assumptions, validation, leakage control, and MQE interpretation were manually reviewed.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Defect Pareto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overall NG defect mix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the data showed: 3.85% NG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Edge_Chipping = 80.95% of NG parts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confirms where to spend root-cause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Edge chipping dominates — start there before chasing minor modes.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ct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NG defect Pareto (Python)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Traceability &amp; Stratification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I tested: machine, fixture, shift, tool life, coolant stability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What the data showed: concentration on CNC-04 / CNC-06, FIX-B2 / FIX-C1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Why it matters: narrows from fleet yield to suspect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Key Finding: Tool Life × Coolant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tool-life band × coolant stability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Critical_90_100 + Unstable: 61.52% Edge_Chipping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Found through stratification — not assumed upfront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points to tooling + coolant interaction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Edge chipping is not random — it clusters in high tool-life and unstable coolant windows.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595721" y="1143000"/>
            <a:ext cx="5907838" cy="425196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mp_tool_life_coolant_stra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721" y="1143000"/>
            <a:ext cx="5907838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Tool life × coolant (JMP review)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SPC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chamfer width (X-bar/R) and chipping rate (p-chart)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Chamfer is a continuous CTQ; chipping is an attribute rate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I-MR on chipping size kept exploratory (zero-inflated)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separates special cause from normal variation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Use p-chart for chipping rate; control limits are process-derived, not spec limits.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935480"/>
            <a:ext cx="6400800" cy="266700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c_chipping_p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935480"/>
            <a:ext cx="64008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Edge chipping p-chart on CNC-04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Process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chamfer width vs spec (LSL 0.25 / USL 0.35 mm)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Cp/Cpk: within-subgroup sigma (Rbar/d2)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Pp/Ppk: overall sigma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Low-risk Cpk ≈ 1.404 | High wear + unstable Cpk ≈ 1.181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High-risk window shifts mean toward USL — capability drops even if spread looks 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mfer_capabi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Chamfer capability by process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Defect Location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where Edge_Chipping shows up on the part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the data showed: edge location dominates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Corners and feature cutouts are secondary clusters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Why it matters: supports CNC edge / contour root 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Defects cluster on edges and corners — consistent with CNC contouring, not random handling.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ipping_loc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Machine × defect location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ML Risk 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What I tested: can process inputs rank chipping risk before inspection?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No CTQ leakage — process + traceability inputs only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ROC-AUC ~0.95 | PR-AUC ~0.40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Top features: Tool_Life_Pct, Coolant_Pressure_Stability, Coolant_Pressure_bar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160520"/>
            <a:ext cx="4572000" cy="123444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ML is a screening aid — rank high-risk windows, not automatic process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348740"/>
            <a:ext cx="6400800" cy="384048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l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348740"/>
            <a:ext cx="64008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49240" y="54406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Random Forest feature importance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JMP Interactive Review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Full 50,000-row dataset imported into JMP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Python = reproducible batch analytics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JMP = interactive filtering, CTQ review, OOC subgroup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55680" cy="68580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JMP supports live engineering review — Python stays the source of truth for calculations.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4537" y="2880360"/>
            <a:ext cx="1183165" cy="324612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mp_chamf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537" y="2880360"/>
            <a:ext cx="1183165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Chamfer CTQ 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5918" y="2880360"/>
            <a:ext cx="4578963" cy="3246120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mp_edge_chipping_ooc_high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918" y="2880360"/>
            <a:ext cx="4578963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61722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OOC subgroup highlight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MQE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Containment: hold / sort high-risk lots on CNC-04, CNC-06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Corrective: inspect tooling, coolant system, FIX-B2 / FIX-C1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Preventive: tool-life stop (~75%), coolant interlock, SPC alerts, capability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349240"/>
            <a:ext cx="10789920" cy="868680"/>
          </a:xfrm>
          <a:prstGeom prst="rect">
            <a:avLst/>
          </a:prstGeom>
          <a:solidFill>
            <a:srgbClr val="E8F4FC"/>
          </a:solidFill>
          <a:ln w="12700">
            <a:solidFill>
              <a:srgbClr val="007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100" b="1">
                <a:solidFill>
                  <a:srgbClr val="0071BC"/>
                </a:solidFill>
              </a:defRPr>
            </a:pPr>
            <a:r>
              <a:t>Takeaway</a:t>
            </a:r>
          </a:p>
          <a:p>
            <a:pPr>
              <a:spcBef>
                <a:spcPts val="200"/>
              </a:spcBef>
              <a:defRPr sz="1300">
                <a:solidFill>
                  <a:srgbClr val="333333"/>
                </a:solidFill>
              </a:defRPr>
            </a:pPr>
            <a:r>
              <a:t>MQE action: contain now, fix tooling/coolant/fixtures, then lock in preventive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Synthetic data only — no real AOI images or supplier data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No real DOE or line validation in Phase 1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Future: Streamlit dashboard, DOE simulation, reliability linkage, SHAP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1BC"/>
                </a:solidFill>
              </a:defRPr>
            </a:pPr>
            <a:r>
              <a:t>Interview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Structured MQE path: signature → traceability → SPC → capability → action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Connects materials / reliability background to manufacturing quality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Python for reproducible analytics; JMP for interactive review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AI-assisted workflow — with manual engineering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1BC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333333"/>
                </a:solidFill>
              </a:defRPr>
            </a:pPr>
            <a:r>
              <a:t>Hexing Yin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71BC"/>
                </a:solidFill>
              </a:defRPr>
            </a:pPr>
            <a:r>
              <a:t>GitHub: https://github.com/hexing-yin/mqe-glass-quality-demo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66666"/>
                </a:solidFill>
              </a:defRPr>
            </a:pPr>
            <a:r>
              <a:t>Synthetic data only | Portfolio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